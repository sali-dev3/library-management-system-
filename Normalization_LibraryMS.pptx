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97280"/>
            <a:ext cx="6400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The Relational Model &amp; Databases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End-of-Semester Group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COMPAORE Salamata (Leader)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YELEMOU Josias Martial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OUEDRAOGO Alimata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KOALAGA Heliane Elichebat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KABORE Tegwende Odiane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ROAMBA Sarifatou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Institute of Technology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Kweyakie Afi Blebo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Library Management System?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to manage the daily operations of a library: tracking books, authors, members, loans, and fines.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1554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5544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author info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2011680"/>
            <a:ext cx="1554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2011680"/>
            <a:ext cx="15544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of all books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2011680"/>
            <a:ext cx="1554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2011680"/>
            <a:ext cx="15544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members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2011680"/>
            <a:ext cx="1554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2011680"/>
            <a:ext cx="15544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records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011680"/>
            <a:ext cx="1554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2011680"/>
            <a:ext cx="15544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 fines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Library Management System  |  Group 5  |  Burkina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Database Design: Entities &amp; Primary Keys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5720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first_name, last_name, nationality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genre, year_published, author_id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email, phone, join_date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 (FK), book_id (FK), loan_date, return_date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 (FK), amount, 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Library Management System  |  Group 5  |  Burkina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Relationships &amp; Foreign Keys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37160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069848"/>
            <a:ext cx="9144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89611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868680"/>
            <a:ext cx="1371600" cy="41148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868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87782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author_id in BOOKS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088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 writes many books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137160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2029968"/>
            <a:ext cx="9144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85623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1828800"/>
            <a:ext cx="1371600" cy="41148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18379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member_id in LOANS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2048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 has many loans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137160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2990088"/>
            <a:ext cx="9144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281635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2788920"/>
            <a:ext cx="1371600" cy="41148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27980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book_id in LOANS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00837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 can have many loans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137160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3950208"/>
            <a:ext cx="9144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55648" y="377647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3749040"/>
            <a:ext cx="1371600" cy="41148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375818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loan_id in FINES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396849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loan may have one fine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Library Management System  |  Group 5  |  Burkina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Schema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574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0574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author_id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56362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777240"/>
            <a:ext cx="2057400" cy="1527048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777240"/>
            <a:ext cx="20574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777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06984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book_id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97480" y="131673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156362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181051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year_published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05740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author_id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057400" cy="1527048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34640"/>
            <a:ext cx="20574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34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2724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member_id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37413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62102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86791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11480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join_date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1554480"/>
            <a:ext cx="2057400" cy="1527048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554480"/>
            <a:ext cx="20574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5544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184708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loan_id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member_id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234086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book_id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58775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83464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1554480"/>
            <a:ext cx="20574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1554480"/>
            <a:ext cx="20574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5544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184708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fine_id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209397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loan_id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234086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258775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31720" y="1161288"/>
            <a:ext cx="27432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63440" y="1161288"/>
            <a:ext cx="274320" cy="758952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331720" y="3218688"/>
            <a:ext cx="2606040" cy="-1060704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995160" y="1920240"/>
            <a:ext cx="22860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Library Management System  |  Group 5  |  Burkina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Normalization (1NF → 2NF → 3NF)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64008" cy="6858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24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| name | phone | book_title | author | loan_date | fine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896112"/>
            <a:ext cx="2926080" cy="502920"/>
          </a:xfrm>
          <a:prstGeom prst="rect">
            <a:avLst/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896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groups, multiple values in one cell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64008" cy="6858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— Atomic Values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one value. No repeating groups.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920240"/>
            <a:ext cx="2926080" cy="502920"/>
          </a:xfrm>
          <a:prstGeom prst="rect">
            <a:avLst/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has partial dependencies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64008" cy="6858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529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— Remove Partial Dependencies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72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info (title, author) moved to BOOKS table. Loan info stays in LOANS.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944368"/>
            <a:ext cx="2926080" cy="502920"/>
          </a:xfrm>
          <a:prstGeom prst="rect">
            <a:avLst/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944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has transitive dependencies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64008" cy="6858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770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— Remove Transitive Dependencies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97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info (email, phone) moved to MEMBERS. Fine info moved to FINES.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3968496"/>
            <a:ext cx="2926080" cy="50292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9684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schema — no redundancy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Library Management System  |  Group 5  |  Burkina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MySQL Implementation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Constraints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on every 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enforcing referential integrity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on required fields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on ISBN / email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on status fields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realistic rows per 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DELETE, and FK violation 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777240"/>
            <a:ext cx="4297680" cy="3840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86868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book_id   INT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  VARCHAR(200)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genre     VARCHAR(50),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year_pub 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author_id INT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(author_id)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authors(author_id)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Library Management System  |  Group 5  |  Burkina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&amp; 3 — SQL Queries &amp; Aggregate Functions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WHERE, ORDER BY, LIMIT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members + loans + books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all members (incl. no loans)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JOIN across members/loans/books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 — unreturned books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— fines in a range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3520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91363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— total records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MIN — fine amounts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— average fine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loans per member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filter groups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22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Complex 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COUNT(l.loan_id) AS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members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loans 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m.member_id = l.member_id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m.member_id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total &gt;=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 DESC;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749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members who borrowed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books, ranked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number of loans.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– Library Management System  |  Group 5  |  Burkina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5840"/>
            <a:ext cx="6400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normalized relational database from scratch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5 tables with full constraints in MySQL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complex SQL queries including multi-table JOINs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reports using GROUP BY, HAVING, and aggregate functions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— SQL files + README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CS27  |  Burkina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CS27 – Library Management System</dc:title>
  <dc:subject>PptxGenJS Presentation</dc:subject>
  <dc:creator>PptxGenJS</dc:creator>
  <cp:lastModifiedBy>PptxGenJS</cp:lastModifiedBy>
  <cp:revision>1</cp:revision>
  <dcterms:created xsi:type="dcterms:W3CDTF">2026-03-20T00:36:22Z</dcterms:created>
  <dcterms:modified xsi:type="dcterms:W3CDTF">2026-03-20T00:36:22Z</dcterms:modified>
</cp:coreProperties>
</file>